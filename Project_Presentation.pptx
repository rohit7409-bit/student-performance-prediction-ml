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4375A"/>
                </a:solidFill>
              </a:defRPr>
            </a:pPr>
            <a:r>
              <a:t>Student Performance Prediction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/>
            </a:pPr>
            <a:r>
              <a:t>Using Machine Learning | B.Tech CSE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4375A"/>
                </a:solidFill>
              </a:defRPr>
            </a:pPr>
            <a: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463040"/>
            <a:ext cx="105156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600"/>
              </a:spcAft>
              <a:defRPr sz="2200"/>
            </a:pPr>
            <a:r>
              <a:t>Estimate an exam score from study habits and prior performance.</a:t>
            </a:r>
          </a:p>
          <a:p>
            <a:pPr>
              <a:spcAft>
                <a:spcPts val="1600"/>
              </a:spcAft>
              <a:defRPr sz="2200"/>
            </a:pPr>
            <a:r>
              <a:t>Demonstrate a simple regression workflow.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4375A"/>
                </a:solidFill>
              </a:defRPr>
            </a:pPr>
            <a:r>
              <a:t>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463040"/>
            <a:ext cx="105156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600"/>
              </a:spcAft>
              <a:defRPr sz="2200"/>
            </a:pPr>
            <a:r>
              <a:t>Generate reproducible data.</a:t>
            </a:r>
          </a:p>
          <a:p>
            <a:pPr>
              <a:spcAft>
                <a:spcPts val="1600"/>
              </a:spcAft>
              <a:defRPr sz="2200"/>
            </a:pPr>
            <a:r>
              <a:t>Train and evaluate a regression model.</a:t>
            </a:r>
          </a:p>
          <a:p>
            <a:pPr>
              <a:spcAft>
                <a:spcPts val="1600"/>
              </a:spcAft>
              <a:defRPr sz="2200"/>
            </a:pPr>
            <a:r>
              <a:t>Build a Streamlit interface.</a:t>
            </a:r>
          </a:p>
          <a:p>
            <a:pPr>
              <a:spcAft>
                <a:spcPts val="1600"/>
              </a:spcAft>
              <a:defRPr sz="2200"/>
            </a:pPr>
            <a:r>
              <a:t>Deploy the app online.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4375A"/>
                </a:solidFill>
              </a:defRPr>
            </a:pPr>
            <a:r>
              <a:t>Technology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463040"/>
            <a:ext cx="105156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600"/>
              </a:spcAft>
              <a:defRPr sz="2200"/>
            </a:pPr>
            <a:r>
              <a:t>Python and pandas</a:t>
            </a:r>
          </a:p>
          <a:p>
            <a:pPr>
              <a:spcAft>
                <a:spcPts val="1600"/>
              </a:spcAft>
              <a:defRPr sz="2200"/>
            </a:pPr>
            <a:r>
              <a:t>scikit-learn Random Forest Regressor</a:t>
            </a:r>
          </a:p>
          <a:p>
            <a:pPr>
              <a:spcAft>
                <a:spcPts val="1600"/>
              </a:spcAft>
              <a:defRPr sz="2200"/>
            </a:pPr>
            <a:r>
              <a:t>joblib</a:t>
            </a:r>
          </a:p>
          <a:p>
            <a:pPr>
              <a:spcAft>
                <a:spcPts val="1600"/>
              </a:spcAft>
              <a:defRPr sz="2200"/>
            </a:pPr>
            <a:r>
              <a:t>Streamlit</a:t>
            </a:r>
          </a:p>
          <a:p>
            <a:pPr>
              <a:spcAft>
                <a:spcPts val="1600"/>
              </a:spcAft>
              <a:defRPr sz="2200"/>
            </a:pPr>
            <a:r>
              <a:t>GitHub and Streamlit Community Cloud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4375A"/>
                </a:solidFill>
              </a:defRPr>
            </a:pPr>
            <a:r>
              <a:t>Input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463040"/>
            <a:ext cx="105156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600"/>
              </a:spcAft>
              <a:defRPr sz="2200"/>
            </a:pPr>
            <a:r>
              <a:t>Study hours per day</a:t>
            </a:r>
          </a:p>
          <a:p>
            <a:pPr>
              <a:spcAft>
                <a:spcPts val="1600"/>
              </a:spcAft>
              <a:defRPr sz="2200"/>
            </a:pPr>
            <a:r>
              <a:t>Attendance percentage</a:t>
            </a:r>
          </a:p>
          <a:p>
            <a:pPr>
              <a:spcAft>
                <a:spcPts val="1600"/>
              </a:spcAft>
              <a:defRPr sz="2200"/>
            </a:pPr>
            <a:r>
              <a:t>Previous exam score</a:t>
            </a:r>
          </a:p>
          <a:p>
            <a:pPr>
              <a:spcAft>
                <a:spcPts val="1600"/>
              </a:spcAft>
              <a:defRPr sz="2200"/>
            </a:pPr>
            <a:r>
              <a:t>Assignments completed percentage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4375A"/>
                </a:solidFill>
              </a:defRPr>
            </a:pPr>
            <a:r>
              <a:t>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463040"/>
            <a:ext cx="105156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600"/>
              </a:spcAft>
              <a:defRPr sz="2200"/>
            </a:pPr>
            <a:r>
              <a:t>Generate 1,000 synthetic rows.</a:t>
            </a:r>
          </a:p>
          <a:p>
            <a:pPr>
              <a:spcAft>
                <a:spcPts val="1600"/>
              </a:spcAft>
              <a:defRPr sz="2200"/>
            </a:pPr>
            <a:r>
              <a:t>80% training and 20% test split.</a:t>
            </a:r>
          </a:p>
          <a:p>
            <a:pPr>
              <a:spcAft>
                <a:spcPts val="1600"/>
              </a:spcAft>
              <a:defRPr sz="2200"/>
            </a:pPr>
            <a:r>
              <a:t>Train Random Forest Regressor.</a:t>
            </a:r>
          </a:p>
          <a:p>
            <a:pPr>
              <a:spcAft>
                <a:spcPts val="1600"/>
              </a:spcAft>
              <a:defRPr sz="2200"/>
            </a:pPr>
            <a:r>
              <a:t>Evaluate with MAE, RMSE and R².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4375A"/>
                </a:solidFill>
              </a:defRPr>
            </a:pPr>
            <a:r>
              <a:t>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463040"/>
            <a:ext cx="105156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600"/>
              </a:spcAft>
              <a:defRPr sz="2200"/>
            </a:pPr>
            <a:r>
              <a:t>User enters four values.</a:t>
            </a:r>
          </a:p>
          <a:p>
            <a:pPr>
              <a:spcAft>
                <a:spcPts val="1600"/>
              </a:spcAft>
              <a:defRPr sz="2200"/>
            </a:pPr>
            <a:r>
              <a:t>Model predicts estimated score.</a:t>
            </a:r>
          </a:p>
          <a:p>
            <a:pPr>
              <a:spcAft>
                <a:spcPts val="1600"/>
              </a:spcAft>
              <a:defRPr sz="2200"/>
            </a:pPr>
            <a:r>
              <a:t>App displays score and illustrative category.</a:t>
            </a:r>
          </a:p>
          <a:p>
            <a:pPr>
              <a:spcAft>
                <a:spcPts val="1600"/>
              </a:spcAft>
              <a:defRPr sz="2200"/>
            </a:pPr>
            <a:r>
              <a:t>Educational demo only.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4375A"/>
                </a:solidFill>
              </a:defRPr>
            </a:pPr>
            <a:r>
              <a:t>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463040"/>
            <a:ext cx="105156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600"/>
              </a:spcAft>
              <a:defRPr sz="2200"/>
            </a:pPr>
            <a:r>
              <a:t>Run train_model.py for MAE, RMSE and R².</a:t>
            </a:r>
          </a:p>
          <a:p>
            <a:pPr>
              <a:spcAft>
                <a:spcPts val="1600"/>
              </a:spcAft>
              <a:defRPr sz="2200"/>
            </a:pPr>
            <a:r>
              <a:t>Report actual output.</a:t>
            </a:r>
          </a:p>
          <a:p>
            <a:pPr>
              <a:spcAft>
                <a:spcPts val="1600"/>
              </a:spcAft>
              <a:defRPr sz="2200"/>
            </a:pPr>
            <a:r>
              <a:t>Synthetic data metrics do not prove real-world validity.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4375A"/>
                </a:solidFill>
              </a:defRPr>
            </a:pPr>
            <a:r>
              <a:t>Deployment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463040"/>
            <a:ext cx="105156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600"/>
              </a:spcAft>
              <a:defRPr sz="2200"/>
            </a:pPr>
            <a:r>
              <a:t>Push files to GitHub.</a:t>
            </a:r>
          </a:p>
          <a:p>
            <a:pPr>
              <a:spcAft>
                <a:spcPts val="1600"/>
              </a:spcAft>
              <a:defRPr sz="2200"/>
            </a:pPr>
            <a:r>
              <a:t>Create app on Streamlit Community Cloud.</a:t>
            </a:r>
          </a:p>
          <a:p>
            <a:pPr>
              <a:spcAft>
                <a:spcPts val="1600"/>
              </a:spcAft>
              <a:defRPr sz="2200"/>
            </a:pPr>
            <a:r>
              <a:t>Choose repository, main branch and app.py.</a:t>
            </a:r>
          </a:p>
          <a:p>
            <a:pPr>
              <a:spcAft>
                <a:spcPts val="1600"/>
              </a:spcAft>
              <a:defRPr sz="2200"/>
            </a:pPr>
            <a:r>
              <a:t>Test public URL.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4375A"/>
                </a:solidFill>
              </a:defRPr>
            </a:pPr>
            <a:r>
              <a:t>Limitations &amp; Future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463040"/>
            <a:ext cx="105156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600"/>
              </a:spcAft>
              <a:defRPr sz="2200"/>
            </a:pPr>
            <a:r>
              <a:t>Synthetic data; not for real academic decisions.</a:t>
            </a:r>
          </a:p>
          <a:p>
            <a:pPr>
              <a:spcAft>
                <a:spcPts val="1600"/>
              </a:spcAft>
              <a:defRPr sz="2200"/>
            </a:pPr>
            <a:r>
              <a:t>Use a permissioned anonymized dataset in future.</a:t>
            </a:r>
          </a:p>
          <a:p>
            <a:pPr>
              <a:spcAft>
                <a:spcPts val="1600"/>
              </a:spcAft>
              <a:defRPr sz="2200"/>
            </a:pPr>
            <a:r>
              <a:t>Compare models and use cross-validation.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4375A"/>
                </a:solidFill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/>
            </a:pPr>
            <a:r>
              <a:t>End-to-end beginner-friendly ML regression demonstration.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